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4F46E5"/>
                </a:solidFill>
                <a:latin typeface="Arial"/>
              </a:defRPr>
            </a:pPr>
            <a:r>
              <a:t>Sign Language Learning &amp; Assessment Platform</a:t>
            </a:r>
          </a:p>
          <a:p>
            <a:pPr>
              <a:spcAft>
                <a:spcPts val="28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Milestone 1: Project Initialization, Database &amp; Core Setup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Presenter: Software Engineering Intern  |  Project: Infosys Workspace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The Core Problem &amp; Our Goal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200" b="1">
                <a:solidFill>
                  <a:srgbClr val="D97706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Sign language learning is visual and requires real-time feedback.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Typical tutorials and books lack interactive validation mechanisms.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Learners cannot verify their hand shape accuracy, slowing down fluency progress.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200" b="1">
                <a:solidFill>
                  <a:srgbClr val="4F46E5"/>
                </a:solidFill>
                <a:latin typeface="Arial"/>
              </a:defRPr>
            </a:pPr>
            <a:r>
              <a:t>Our Solution &amp; Milestone 1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Create an AI-powered portal showing skeletal hand landmarks and accuracy metrics.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Milestone 1 establishes: Secure backend auth routes, relational schemas, and frontend layout modules.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Scaffolds core workspaces so subsequent modules can easily process real-time camera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Technology Stack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 Rationale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FastAPI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High-performance, asynchronous endpoints, automatic Swagger docs.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Database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SQLAlchemy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Flexible entity mapping, session tracking, and transaction safety.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React (Vite)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Fast developer workflow, modular components, and quick rendering.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Styling (CSS)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Premium light-mode design system with utility classes &amp; animations.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JWT + Cryptography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OAuth2 standard token credentials and direct bcrypt salting.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Database Architecture &amp;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Account &amp; Personalization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Table: users (Primary Credentials)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id (Integer, PK)  |  email (String, Unique)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hashed_password (String)  |  is_active (Boolean)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created_at / updated_at (DateTime)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Table: profiles (Learner Bio &amp; Level)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id (Integer, PK)  |  user_id (ForeignKey)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first_name, last_name, bio (Text)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skill_level (Beginner / Intermediate / Advanced)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Sessions &amp; Preferences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Table: sessions (Active Context)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id (Integer, PK)  |  user_id (ForeignKey)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session_token (String)  |  expires_at (DateTime)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ip_address, user_agent (Browser metadata)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Table: notification_settings (Preferences)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id (Integer, PK)  |  user_id (ForeignKey)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email_notifications (Boolean)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push_notifications (Boolean)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- weekly_digest (Boolean)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Authentication Sequence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1. User Registration Flow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1. POST request is sent to `/register` with user credentials, profile name, and default settings.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2. FastAPI backend queries database to ensure the email is unique.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3. Direct bcrypt hashes password safely to prevent database leaks.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4. User, Profile, and Notifications are created in a single database transaction.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5. Returns '201 Created' upon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2. JWT OAuth2 Login Flow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1. Credentials posted to `/token` endpoint.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2. Backend queries User by email and validates bcrypt password hash.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3. Generates secure access JWT token (expiring in 1440 minutes).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4. Frontend retrieves token, caches it in LocalStorage, and redirects to dashboard.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5. Subsequent protected endpoints parse JWT 'sub' claim to load user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UI &amp; Design System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4F46E5"/>
                </a:solidFill>
                <a:latin typeface="Arial"/>
              </a:defRPr>
            </a:pPr>
            <a:r>
              <a:t>High-Fidelity Layout Shell &amp; Components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✔ Light-Mode Theme: Designed with off-white backgrounds (#FAFAFC), slate typography, and smooth indigo accents.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✔ Interactive Role Grid: 2x2 grid during signup for Learner, Instructor, Accessibility Trainer, and Admin with modern hover scale animation effects.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✔ Dashboard Shell: Desktop left-sidebar navigation layout featuring a notifications bell, user avatar, and active state indicators.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✔ Learner Profile Settings Panel: Includes interactive forms, custom proficiency toggle buttons (Beginner / Intermediate / Advanced), goal selector check tags, and target practice hours input slider (1 - 20 hrs).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Milestone 1 Verification &amp;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200" b="1">
                <a:solidFill>
                  <a:srgbClr val="059669"/>
                </a:solidFill>
                <a:latin typeface="Arial"/>
              </a:defRPr>
            </a:pPr>
            <a:r>
              <a:t>Backend Tests Passed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Test Suite: Written in tests/test_auth.py.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Database Isolation: Utilizes SQLite test database, creating and tearing down schemas automatically.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Results: 4/4 passed (100% success rate).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Validated: User Registration, Duplicate Emails constraint, Valid Token Generation, and Invalid Credentials rejection.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200" b="1">
                <a:solidFill>
                  <a:srgbClr val="4F46E5"/>
                </a:solidFill>
                <a:latin typeface="Arial"/>
              </a:defRPr>
            </a:pPr>
            <a:r>
              <a:t>Frontend Build Verified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Vite Compiler: Run build command inside /frontend.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Optimization: Built chunks compiled and optimized successfully.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Results: Built successfully in 2.38 seconds.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Validated: 100% free of JavaScript syntax, React lifecycle, import/export, and Tailwind CSS parsing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Milestone 1 Completed: Project is fully initialized.</a:t>
            </a:r>
          </a:p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Next Steps in Milestone 2: Gesture Sandbox &amp; Real-Time HUD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➜ Google Colab Model Training: Build a feed-forward model to classify hand landmark arrays.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➜ Integrate MediaPipe Landmark Extraction: Extract X,Y coordinates of 21 hand joints on frontend.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➜ Webcam Overlay: Mount react-webcam with HTML5 canvas drawing joint lines.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➜ Accuracy HUD: Render circular progress bar for real-time sign matching accuracy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